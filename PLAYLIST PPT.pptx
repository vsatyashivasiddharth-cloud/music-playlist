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handoutMasterIdLst>
    <p:handoutMasterId r:id="rId18"/>
  </p:handoutMasterIdLst>
  <p:sldIdLst>
    <p:sldId id="338" r:id="rId3"/>
    <p:sldId id="340" r:id="rId4"/>
    <p:sldId id="341" r:id="rId5"/>
    <p:sldId id="351" r:id="rId6"/>
    <p:sldId id="352" r:id="rId7"/>
    <p:sldId id="344" r:id="rId8"/>
    <p:sldId id="345" r:id="rId9"/>
    <p:sldId id="347" r:id="rId10"/>
    <p:sldId id="346" r:id="rId11"/>
    <p:sldId id="348" r:id="rId12"/>
    <p:sldId id="350" r:id="rId13"/>
    <p:sldId id="353" r:id="rId14"/>
    <p:sldId id="354"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C832CA-4309-4A2C-B6E0-6FBA9940C187}" v="2" dt="2025-12-21T17:47:43.3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58"/>
    <p:restoredTop sz="95833"/>
  </p:normalViewPr>
  <p:slideViewPr>
    <p:cSldViewPr snapToGrid="0" snapToObjects="1">
      <p:cViewPr varScale="1">
        <p:scale>
          <a:sx n="95" d="100"/>
          <a:sy n="95" d="100"/>
        </p:scale>
        <p:origin x="58"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3/27/2026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6A8F69DF-3812-4E1A-923E-00C131806F24}" type="datetime1">
              <a:rPr lang="en-IN" smtClean="0"/>
              <a:t>27-03-2026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08E3E38E-4E7C-438B-B5C3-90ED8FE108B4}" type="datetime1">
              <a:rPr lang="en-IN" smtClean="0"/>
              <a:t>27-03-2026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BFB2F049-FD41-447C-B397-1AAEC49B808E}" type="datetime1">
              <a:rPr lang="en-IN" smtClean="0"/>
              <a:t>27-03-2026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0F3F15A7-C360-4AE5-ADED-E859AC5F350C}" type="datetime1">
              <a:rPr lang="en-IN" smtClean="0"/>
              <a:t>27-03-2026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REVIEW – 1 / 2 / 3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B15B469D-B584-4523-9F24-AAC07632425A}" type="datetime1">
              <a:rPr lang="en-IN" smtClean="0"/>
              <a:t>27-03-2026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REVIEW – 1 / 2 / 3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185DF86A-0B23-4D56-9ECB-0EADC5C13D17}" type="datetime1">
              <a:rPr lang="en-IN" smtClean="0"/>
              <a:t>27-03-2026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REVIEW – 1 / 2 / 3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E70EA2DA-481C-4C0B-964F-AF7F7FCA69F3}" type="datetime1">
              <a:rPr lang="en-IN" smtClean="0"/>
              <a:t>27-03-2026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REVIEW – 1 / 2 / 3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5642F3A7-1C7C-4889-8ADA-8682567CB839}" type="datetime1">
              <a:rPr lang="en-IN" smtClean="0"/>
              <a:t>27-03-2026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REVIEW – 1 / 2 / 3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DF5D7F15-0596-43A4-A1AE-DCB5F6EC8F81}" type="datetime1">
              <a:rPr lang="en-IN" smtClean="0"/>
              <a:t>27-03-2026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REVIEW – 1 / 2 / 3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1219B90A-10AE-434A-AB39-8E6304B8158A}" type="datetime1">
              <a:rPr lang="en-IN" smtClean="0"/>
              <a:t>27-03-2026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743157C-9A58-418C-A682-D75B905A7F7F}" type="datetime1">
              <a:rPr lang="en-IN" smtClean="0"/>
              <a:t>27-03-2026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0ED0D3C2-B8FF-4AB5-969B-088F862956DE}" type="datetime1">
              <a:rPr lang="en-IN" smtClean="0"/>
              <a:t>27-03-2026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6686B539-7A9B-4761-A7BE-5973B5F603C5}" type="datetime1">
              <a:rPr lang="en-IN" smtClean="0"/>
              <a:t>27-03-2026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4F117213-ED3E-4FAA-8646-38E7A71B67B4}" type="datetime1">
              <a:rPr lang="en-IN" smtClean="0"/>
              <a:t>27-03-2026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11D3F49A-908B-446A-B6F1-F01798430F9D}" type="datetime1">
              <a:rPr lang="en-IN" smtClean="0"/>
              <a:t>27-03-2026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REVIEW – 1 / 2 / 3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130341BB-8F05-47D6-BFA8-46DBDF9E68E9}" type="datetime1">
              <a:rPr lang="en-IN" smtClean="0"/>
              <a:t>27-03-2026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REVIEW – 1 / 2 / 3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5ACB67-18D3-40BF-BAB8-541A573701E1}" type="datetime1">
              <a:rPr lang="en-IN" smtClean="0"/>
              <a:t>27-03-2026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65A25-45B9-4E31-B775-CA93318FB901}" type="datetime1">
              <a:rPr lang="en-IN" smtClean="0"/>
              <a:t>27-03-2026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724618" y="0"/>
            <a:ext cx="10515600" cy="1355176"/>
          </a:xfrm>
        </p:spPr>
        <p:txBody>
          <a:bodyPr>
            <a:noAutofit/>
          </a:bodyPr>
          <a:lstStyle/>
          <a:p>
            <a:pPr algn="ctr">
              <a:lnSpc>
                <a:spcPct val="100000"/>
              </a:lnSpc>
            </a:pPr>
            <a:r>
              <a:rPr lang="en-US" sz="2800" b="1" dirty="0">
                <a:solidFill>
                  <a:srgbClr val="0070C0"/>
                </a:solidFill>
                <a:latin typeface="+mn-lt"/>
                <a:cs typeface="Arial" panose="020B0604020202020204" pitchFamily="34" charset="0"/>
              </a:rPr>
              <a:t>MUSIC PLAYLIST</a:t>
            </a:r>
            <a:endParaRPr lang="en-US" sz="2800" b="1"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376990" y="1499202"/>
            <a:ext cx="11815010" cy="2761256"/>
          </a:xfrm>
        </p:spPr>
        <p:txBody>
          <a:bodyPr>
            <a:normAutofit/>
          </a:bodyPr>
          <a:lstStyle/>
          <a:p>
            <a:pPr marL="0" indent="0">
              <a:buNone/>
            </a:pPr>
            <a:r>
              <a:rPr lang="en-US" sz="2900" b="1" dirty="0"/>
              <a:t>Student Name </a:t>
            </a:r>
            <a:r>
              <a:rPr lang="en-US" sz="2400" dirty="0"/>
              <a:t>	    </a:t>
            </a:r>
            <a:r>
              <a:rPr lang="en-US" sz="2900" dirty="0"/>
              <a:t>                </a:t>
            </a:r>
            <a:r>
              <a:rPr lang="en-US" sz="2900" b="1" dirty="0"/>
              <a:t>Register Number</a:t>
            </a:r>
            <a:r>
              <a:rPr lang="en-US" sz="2400" dirty="0"/>
              <a:t>		</a:t>
            </a:r>
            <a:r>
              <a:rPr lang="en-US" sz="2900" dirty="0"/>
              <a:t>          </a:t>
            </a:r>
            <a:r>
              <a:rPr lang="en-US" sz="2900" b="1" dirty="0"/>
              <a:t>Section</a:t>
            </a:r>
            <a:endParaRPr lang="en-US" sz="2400" b="1" dirty="0"/>
          </a:p>
          <a:p>
            <a:pPr marL="0" indent="0">
              <a:buNone/>
            </a:pPr>
            <a:r>
              <a:rPr lang="en-US" sz="2400" dirty="0"/>
              <a:t>V SATYA SHIVA SIDDHARTH                       2510030315                                           S-8</a:t>
            </a:r>
          </a:p>
          <a:p>
            <a:pPr marL="0" indent="0">
              <a:buNone/>
            </a:pPr>
            <a:r>
              <a:rPr lang="en-US" sz="2400" dirty="0"/>
              <a:t>VINAY GOUD                                                2510030339                                           S-8</a:t>
            </a:r>
          </a:p>
          <a:p>
            <a:pPr marL="0" indent="0">
              <a:buNone/>
            </a:pPr>
            <a:r>
              <a:rPr lang="en-US" sz="2400" dirty="0"/>
              <a:t>KRITHIK REDDY BANALA                            2510080054                                           S-8</a:t>
            </a:r>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2434715" y="5477247"/>
            <a:ext cx="7973360"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2753" y="5333221"/>
            <a:ext cx="2175809" cy="1032698"/>
          </a:xfrm>
          <a:prstGeom prst="rect">
            <a:avLst/>
          </a:prstGeom>
        </p:spPr>
      </p:pic>
      <p:sp>
        <p:nvSpPr>
          <p:cNvPr id="5" name="TextBox 4">
            <a:extLst>
              <a:ext uri="{FF2B5EF4-FFF2-40B4-BE49-F238E27FC236}">
                <a16:creationId xmlns:a16="http://schemas.microsoft.com/office/drawing/2014/main" id="{B5534428-9494-B9D5-1BFB-FF5B59436F1A}"/>
              </a:ext>
            </a:extLst>
          </p:cNvPr>
          <p:cNvSpPr txBox="1"/>
          <p:nvPr/>
        </p:nvSpPr>
        <p:spPr>
          <a:xfrm>
            <a:off x="1337509" y="4066419"/>
            <a:ext cx="9606295" cy="707886"/>
          </a:xfrm>
          <a:prstGeom prst="rect">
            <a:avLst/>
          </a:prstGeom>
          <a:noFill/>
        </p:spPr>
        <p:txBody>
          <a:bodyPr wrap="square">
            <a:spAutoFit/>
          </a:bodyPr>
          <a:lstStyle/>
          <a:p>
            <a:r>
              <a:rPr lang="en-IN" sz="4000" dirty="0"/>
              <a:t>GUIDED BY : DR. MAHESH BABU ARRAMA</a:t>
            </a:r>
          </a:p>
        </p:txBody>
      </p:sp>
    </p:spTree>
    <p:extLst>
      <p:ext uri="{BB962C8B-B14F-4D97-AF65-F5344CB8AC3E}">
        <p14:creationId xmlns:p14="http://schemas.microsoft.com/office/powerpoint/2010/main" val="2163796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CA77B7-070F-0412-E028-D69F1A8A1B51}"/>
              </a:ext>
            </a:extLst>
          </p:cNvPr>
          <p:cNvSpPr>
            <a:spLocks noGrp="1"/>
          </p:cNvSpPr>
          <p:nvPr>
            <p:ph type="title"/>
          </p:nvPr>
        </p:nvSpPr>
        <p:spPr>
          <a:xfrm>
            <a:off x="838200" y="0"/>
            <a:ext cx="10515600" cy="820781"/>
          </a:xfrm>
        </p:spPr>
        <p:txBody>
          <a:bodyPr/>
          <a:lstStyle/>
          <a:p>
            <a:pPr algn="ctr"/>
            <a:r>
              <a:rPr lang="en-IN" b="1" dirty="0"/>
              <a:t>OBJECTIVE</a:t>
            </a:r>
          </a:p>
        </p:txBody>
      </p:sp>
      <p:sp>
        <p:nvSpPr>
          <p:cNvPr id="6" name="Content Placeholder 5">
            <a:extLst>
              <a:ext uri="{FF2B5EF4-FFF2-40B4-BE49-F238E27FC236}">
                <a16:creationId xmlns:a16="http://schemas.microsoft.com/office/drawing/2014/main" id="{A6739E8E-D348-E501-E87C-FE334AF99818}"/>
              </a:ext>
            </a:extLst>
          </p:cNvPr>
          <p:cNvSpPr>
            <a:spLocks noGrp="1"/>
          </p:cNvSpPr>
          <p:nvPr>
            <p:ph sz="half" idx="1"/>
          </p:nvPr>
        </p:nvSpPr>
        <p:spPr>
          <a:xfrm>
            <a:off x="128337" y="1030313"/>
            <a:ext cx="7190875" cy="5743074"/>
          </a:xfrm>
        </p:spPr>
        <p:txBody>
          <a:bodyPr>
            <a:noAutofit/>
          </a:bodyPr>
          <a:lstStyle/>
          <a:p>
            <a:r>
              <a:rPr lang="en-US" sz="1900" dirty="0"/>
              <a:t>Music Playlist Management System</a:t>
            </a:r>
          </a:p>
          <a:p>
            <a:endParaRPr lang="en-US" sz="1900" dirty="0"/>
          </a:p>
          <a:p>
            <a:r>
              <a:rPr lang="en-US" sz="1900" dirty="0"/>
              <a:t>The objective of this project is to design and develop a Music Playlist Management System using Java that efficiently organizes, manages, and plays songs through an interactive graphical user interface. The system aims to implement core data structures such as linked lists, stacks, queues, and arrays to handle playlist operations like adding, deleting, searching, and displaying songs.</a:t>
            </a:r>
          </a:p>
          <a:p>
            <a:endParaRPr lang="en-US" sz="1900" dirty="0"/>
          </a:p>
          <a:p>
            <a:r>
              <a:rPr lang="en-US" sz="1900" dirty="0"/>
              <a:t>Additionally, the project focuses on providing features such as maintaining recently played songs, managing a play-next queue, and identifying top-rated songs. It also integrates file handling to ensure persistent storage of playlist data and audio playback functionality for an enhanced user experience.</a:t>
            </a:r>
          </a:p>
          <a:p>
            <a:endParaRPr lang="en-US" sz="1900" dirty="0"/>
          </a:p>
          <a:p>
            <a:r>
              <a:rPr lang="en-US" sz="1900" dirty="0"/>
              <a:t>Overall, this project demonstrates the practical application of data structures and object-oriented programming concepts in building a real-world software application with both backend logic and frontend GUI.</a:t>
            </a:r>
          </a:p>
        </p:txBody>
      </p:sp>
      <p:pic>
        <p:nvPicPr>
          <p:cNvPr id="7" name="Content Placeholder 6">
            <a:extLst>
              <a:ext uri="{FF2B5EF4-FFF2-40B4-BE49-F238E27FC236}">
                <a16:creationId xmlns:a16="http://schemas.microsoft.com/office/drawing/2014/main" id="{9013CFBE-2230-FD04-7A53-170C5E617564}"/>
              </a:ext>
            </a:extLst>
          </p:cNvPr>
          <p:cNvPicPr>
            <a:picLocks noGrp="1" noChangeAspect="1"/>
          </p:cNvPicPr>
          <p:nvPr>
            <p:ph sz="half" idx="2"/>
          </p:nvPr>
        </p:nvPicPr>
        <p:blipFill>
          <a:blip r:embed="rId2"/>
          <a:srcRect b="9419"/>
          <a:stretch>
            <a:fillRect/>
          </a:stretch>
        </p:blipFill>
        <p:spPr>
          <a:xfrm>
            <a:off x="7503318" y="1825625"/>
            <a:ext cx="4351338" cy="3941512"/>
          </a:xfrm>
          <a:prstGeom prst="rect">
            <a:avLst/>
          </a:prstGeom>
        </p:spPr>
      </p:pic>
      <p:pic>
        <p:nvPicPr>
          <p:cNvPr id="8" name="Picture 7">
            <a:extLst>
              <a:ext uri="{FF2B5EF4-FFF2-40B4-BE49-F238E27FC236}">
                <a16:creationId xmlns:a16="http://schemas.microsoft.com/office/drawing/2014/main" id="{C962682D-A023-C559-5FFE-28B71014A204}"/>
              </a:ext>
            </a:extLst>
          </p:cNvPr>
          <p:cNvPicPr>
            <a:picLocks noChangeAspect="1"/>
          </p:cNvPicPr>
          <p:nvPr/>
        </p:nvPicPr>
        <p:blipFill>
          <a:blip r:embed="rId3"/>
          <a:stretch>
            <a:fillRect/>
          </a:stretch>
        </p:blipFill>
        <p:spPr>
          <a:xfrm>
            <a:off x="1" y="2"/>
            <a:ext cx="1572126" cy="744228"/>
          </a:xfrm>
          <a:prstGeom prst="rect">
            <a:avLst/>
          </a:prstGeom>
        </p:spPr>
      </p:pic>
    </p:spTree>
    <p:extLst>
      <p:ext uri="{BB962C8B-B14F-4D97-AF65-F5344CB8AC3E}">
        <p14:creationId xmlns:p14="http://schemas.microsoft.com/office/powerpoint/2010/main" val="3022050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F12EF-E646-8C39-AB49-7FAE4109EFAC}"/>
              </a:ext>
            </a:extLst>
          </p:cNvPr>
          <p:cNvSpPr>
            <a:spLocks noGrp="1"/>
          </p:cNvSpPr>
          <p:nvPr>
            <p:ph type="title"/>
          </p:nvPr>
        </p:nvSpPr>
        <p:spPr>
          <a:xfrm>
            <a:off x="701842" y="869044"/>
            <a:ext cx="10515600" cy="379471"/>
          </a:xfrm>
        </p:spPr>
        <p:txBody>
          <a:bodyPr>
            <a:normAutofit fontScale="90000"/>
          </a:bodyPr>
          <a:lstStyle/>
          <a:p>
            <a:pPr algn="ctr"/>
            <a:r>
              <a:rPr lang="en-IN" b="1" dirty="0"/>
              <a:t>PROJECT DESCRIPTION</a:t>
            </a:r>
          </a:p>
        </p:txBody>
      </p:sp>
      <p:sp>
        <p:nvSpPr>
          <p:cNvPr id="3" name="Content Placeholder 2">
            <a:extLst>
              <a:ext uri="{FF2B5EF4-FFF2-40B4-BE49-F238E27FC236}">
                <a16:creationId xmlns:a16="http://schemas.microsoft.com/office/drawing/2014/main" id="{87766A6E-383B-53AD-A7B2-29D63020B951}"/>
              </a:ext>
            </a:extLst>
          </p:cNvPr>
          <p:cNvSpPr>
            <a:spLocks noGrp="1"/>
          </p:cNvSpPr>
          <p:nvPr>
            <p:ph idx="1"/>
          </p:nvPr>
        </p:nvSpPr>
        <p:spPr>
          <a:xfrm>
            <a:off x="257392" y="1909010"/>
            <a:ext cx="11837637" cy="4307306"/>
          </a:xfrm>
        </p:spPr>
        <p:txBody>
          <a:bodyPr>
            <a:noAutofit/>
          </a:bodyPr>
          <a:lstStyle/>
          <a:p>
            <a:pPr>
              <a:buFont typeface="Wingdings" panose="05000000000000000000" pitchFamily="2" charset="2"/>
              <a:buChar char="Ø"/>
            </a:pPr>
            <a:r>
              <a:rPr lang="en-US" sz="2400" b="1" dirty="0"/>
              <a:t>Music Playlist Management System</a:t>
            </a:r>
          </a:p>
          <a:p>
            <a:endParaRPr lang="en-US" sz="2400" b="1" dirty="0"/>
          </a:p>
          <a:p>
            <a:r>
              <a:rPr lang="en-US" sz="2400" b="1" dirty="0"/>
              <a:t>This project is a Java-based application developed to manage and organize songs efficiently.</a:t>
            </a:r>
          </a:p>
          <a:p>
            <a:r>
              <a:rPr lang="en-US" sz="2400" b="1" dirty="0"/>
              <a:t>It provides a user-friendly interface using Java Swing for easy interaction.</a:t>
            </a:r>
          </a:p>
          <a:p>
            <a:r>
              <a:rPr lang="en-US" sz="2400" b="1" dirty="0"/>
              <a:t>Users can perform operations like adding, deleting, searching, and displaying songs.</a:t>
            </a:r>
          </a:p>
          <a:p>
            <a:r>
              <a:rPr lang="en-US" sz="2400" b="1" dirty="0"/>
              <a:t>The system also supports audio playback of songs.</a:t>
            </a:r>
          </a:p>
          <a:p>
            <a:endParaRPr lang="en-US" sz="2400" b="1" dirty="0"/>
          </a:p>
          <a:p>
            <a:pPr>
              <a:buFont typeface="Wingdings" panose="05000000000000000000" pitchFamily="2" charset="2"/>
              <a:buChar char="Ø"/>
            </a:pPr>
            <a:r>
              <a:rPr lang="en-US" sz="2400" b="1" dirty="0"/>
              <a:t>Goal  :  To demonstrate the practical use of data structures and GUI in building a real-world application.</a:t>
            </a:r>
          </a:p>
        </p:txBody>
      </p:sp>
    </p:spTree>
    <p:extLst>
      <p:ext uri="{BB962C8B-B14F-4D97-AF65-F5344CB8AC3E}">
        <p14:creationId xmlns:p14="http://schemas.microsoft.com/office/powerpoint/2010/main" val="942551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64A983-7AB4-5FFC-A2C6-DD7FDF43B9DD}"/>
              </a:ext>
            </a:extLst>
          </p:cNvPr>
          <p:cNvSpPr>
            <a:spLocks noGrp="1"/>
          </p:cNvSpPr>
          <p:nvPr>
            <p:ph idx="1"/>
          </p:nvPr>
        </p:nvSpPr>
        <p:spPr>
          <a:xfrm>
            <a:off x="296779" y="1323474"/>
            <a:ext cx="11057021" cy="5166310"/>
          </a:xfrm>
        </p:spPr>
        <p:txBody>
          <a:bodyPr>
            <a:normAutofit fontScale="92500" lnSpcReduction="10000"/>
          </a:bodyPr>
          <a:lstStyle/>
          <a:p>
            <a:pPr>
              <a:buFont typeface="Wingdings" panose="05000000000000000000" pitchFamily="2" charset="2"/>
              <a:buChar char="Ø"/>
            </a:pPr>
            <a:r>
              <a:rPr lang="en-US" dirty="0"/>
              <a:t>Working of the System</a:t>
            </a:r>
          </a:p>
          <a:p>
            <a:endParaRPr lang="en-US" dirty="0"/>
          </a:p>
          <a:p>
            <a:r>
              <a:rPr lang="en-US" dirty="0"/>
              <a:t>Songs are stored using a Linked List for dynamic management.</a:t>
            </a:r>
          </a:p>
          <a:p>
            <a:r>
              <a:rPr lang="en-US" dirty="0"/>
              <a:t>Stack is used to store recently played songs (History - LIFO).</a:t>
            </a:r>
          </a:p>
          <a:p>
            <a:r>
              <a:rPr lang="en-US" dirty="0"/>
              <a:t>Queue is used for "Play Next" feature (FIFO).</a:t>
            </a:r>
          </a:p>
          <a:p>
            <a:r>
              <a:rPr lang="en-US" dirty="0"/>
              <a:t>Array is used to maintain Top 5 rated songs.</a:t>
            </a:r>
          </a:p>
          <a:p>
            <a:endParaRPr lang="en-US" dirty="0"/>
          </a:p>
          <a:p>
            <a:pPr>
              <a:buFont typeface="Wingdings" panose="05000000000000000000" pitchFamily="2" charset="2"/>
              <a:buChar char="Ø"/>
            </a:pPr>
            <a:r>
              <a:rPr lang="en-US" dirty="0"/>
              <a:t>Additional Features:</a:t>
            </a:r>
          </a:p>
          <a:p>
            <a:endParaRPr lang="en-US" dirty="0"/>
          </a:p>
          <a:p>
            <a:r>
              <a:rPr lang="en-US" dirty="0"/>
              <a:t>File handling to save and load playlist data.</a:t>
            </a:r>
          </a:p>
          <a:p>
            <a:r>
              <a:rPr lang="en-US" dirty="0"/>
              <a:t> Audio playback using Java sound libraries.</a:t>
            </a:r>
          </a:p>
          <a:p>
            <a:endParaRPr lang="en-IN" dirty="0"/>
          </a:p>
        </p:txBody>
      </p:sp>
    </p:spTree>
    <p:extLst>
      <p:ext uri="{BB962C8B-B14F-4D97-AF65-F5344CB8AC3E}">
        <p14:creationId xmlns:p14="http://schemas.microsoft.com/office/powerpoint/2010/main" val="3996816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D30C09-11FD-E697-19C0-8031E3336498}"/>
              </a:ext>
            </a:extLst>
          </p:cNvPr>
          <p:cNvSpPr>
            <a:spLocks noGrp="1"/>
          </p:cNvSpPr>
          <p:nvPr>
            <p:ph idx="1"/>
          </p:nvPr>
        </p:nvSpPr>
        <p:spPr>
          <a:xfrm>
            <a:off x="208547" y="914400"/>
            <a:ext cx="11734800" cy="5767137"/>
          </a:xfrm>
        </p:spPr>
        <p:txBody>
          <a:bodyPr>
            <a:normAutofit fontScale="92500" lnSpcReduction="10000"/>
          </a:bodyPr>
          <a:lstStyle/>
          <a:p>
            <a:pPr>
              <a:buFont typeface="Wingdings" panose="05000000000000000000" pitchFamily="2" charset="2"/>
              <a:buChar char="Ø"/>
            </a:pPr>
            <a:r>
              <a:rPr lang="en-US" dirty="0"/>
              <a:t>Key Features</a:t>
            </a:r>
          </a:p>
          <a:p>
            <a:endParaRPr lang="en-US" dirty="0"/>
          </a:p>
          <a:p>
            <a:r>
              <a:rPr lang="en-US" dirty="0"/>
              <a:t>Add, delete, search, and display songs</a:t>
            </a:r>
          </a:p>
          <a:p>
            <a:r>
              <a:rPr lang="en-US" dirty="0"/>
              <a:t>Play songs and maintain playback history</a:t>
            </a:r>
          </a:p>
          <a:p>
            <a:r>
              <a:rPr lang="en-US" dirty="0"/>
              <a:t>Queue system for next songs</a:t>
            </a:r>
          </a:p>
          <a:p>
            <a:r>
              <a:rPr lang="en-US" dirty="0"/>
              <a:t>Top-rated songs display</a:t>
            </a:r>
          </a:p>
          <a:p>
            <a:r>
              <a:rPr lang="en-US" dirty="0"/>
              <a:t>Simple and interactive GUI</a:t>
            </a:r>
          </a:p>
          <a:p>
            <a:endParaRPr lang="en-US" dirty="0"/>
          </a:p>
          <a:p>
            <a:pPr>
              <a:buFont typeface="Wingdings" panose="05000000000000000000" pitchFamily="2" charset="2"/>
              <a:buChar char="Ø"/>
            </a:pPr>
            <a:r>
              <a:rPr lang="en-US" dirty="0"/>
              <a:t>Conclusion</a:t>
            </a:r>
          </a:p>
          <a:p>
            <a:endParaRPr lang="en-US" dirty="0"/>
          </a:p>
          <a:p>
            <a:r>
              <a:rPr lang="en-US" dirty="0"/>
              <a:t>This project combines data structures, file handling, and GUI design to create a functional music management system, showcasing real-world application of Java programming concepts.</a:t>
            </a:r>
          </a:p>
          <a:p>
            <a:endParaRPr lang="en-IN" dirty="0"/>
          </a:p>
        </p:txBody>
      </p:sp>
    </p:spTree>
    <p:extLst>
      <p:ext uri="{BB962C8B-B14F-4D97-AF65-F5344CB8AC3E}">
        <p14:creationId xmlns:p14="http://schemas.microsoft.com/office/powerpoint/2010/main" val="4246989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50CDF7-5BCE-4F38-8F78-A2F18EE9BEF1}"/>
              </a:ext>
            </a:extLst>
          </p:cNvPr>
          <p:cNvSpPr txBox="1"/>
          <p:nvPr/>
        </p:nvSpPr>
        <p:spPr>
          <a:xfrm>
            <a:off x="2056560" y="97445"/>
            <a:ext cx="6096000" cy="646331"/>
          </a:xfrm>
          <a:prstGeom prst="rect">
            <a:avLst/>
          </a:prstGeom>
          <a:noFill/>
        </p:spPr>
        <p:txBody>
          <a:bodyPr wrap="square">
            <a:spAutoFit/>
          </a:bodyPr>
          <a:lstStyle/>
          <a:p>
            <a:r>
              <a:rPr lang="en-US" sz="3600" dirty="0"/>
              <a:t>PROGRAM : </a:t>
            </a:r>
          </a:p>
        </p:txBody>
      </p:sp>
      <p:pic>
        <p:nvPicPr>
          <p:cNvPr id="7" name="Picture 6">
            <a:extLst>
              <a:ext uri="{FF2B5EF4-FFF2-40B4-BE49-F238E27FC236}">
                <a16:creationId xmlns:a16="http://schemas.microsoft.com/office/drawing/2014/main" id="{275A85B0-76E8-4E95-6592-E243494ABA3B}"/>
              </a:ext>
            </a:extLst>
          </p:cNvPr>
          <p:cNvPicPr>
            <a:picLocks noChangeAspect="1"/>
          </p:cNvPicPr>
          <p:nvPr/>
        </p:nvPicPr>
        <p:blipFill>
          <a:blip r:embed="rId2"/>
          <a:stretch>
            <a:fillRect/>
          </a:stretch>
        </p:blipFill>
        <p:spPr>
          <a:xfrm>
            <a:off x="123486" y="1155031"/>
            <a:ext cx="5972514" cy="5578769"/>
          </a:xfrm>
          <a:prstGeom prst="rect">
            <a:avLst/>
          </a:prstGeom>
        </p:spPr>
      </p:pic>
      <p:pic>
        <p:nvPicPr>
          <p:cNvPr id="10" name="Picture 9">
            <a:extLst>
              <a:ext uri="{FF2B5EF4-FFF2-40B4-BE49-F238E27FC236}">
                <a16:creationId xmlns:a16="http://schemas.microsoft.com/office/drawing/2014/main" id="{304999E3-6C12-569E-0C12-F1D0CABF1CE3}"/>
              </a:ext>
            </a:extLst>
          </p:cNvPr>
          <p:cNvPicPr>
            <a:picLocks noChangeAspect="1"/>
          </p:cNvPicPr>
          <p:nvPr/>
        </p:nvPicPr>
        <p:blipFill>
          <a:blip r:embed="rId3"/>
          <a:stretch>
            <a:fillRect/>
          </a:stretch>
        </p:blipFill>
        <p:spPr>
          <a:xfrm>
            <a:off x="6156262" y="1155030"/>
            <a:ext cx="5972514" cy="5578771"/>
          </a:xfrm>
          <a:prstGeom prst="rect">
            <a:avLst/>
          </a:prstGeom>
        </p:spPr>
      </p:pic>
      <p:pic>
        <p:nvPicPr>
          <p:cNvPr id="11" name="Picture 10">
            <a:extLst>
              <a:ext uri="{FF2B5EF4-FFF2-40B4-BE49-F238E27FC236}">
                <a16:creationId xmlns:a16="http://schemas.microsoft.com/office/drawing/2014/main" id="{D9F43DCF-0FEA-9E3F-AA31-24A0A0A05C75}"/>
              </a:ext>
            </a:extLst>
          </p:cNvPr>
          <p:cNvPicPr>
            <a:picLocks noChangeAspect="1"/>
          </p:cNvPicPr>
          <p:nvPr/>
        </p:nvPicPr>
        <p:blipFill>
          <a:blip r:embed="rId4"/>
          <a:stretch>
            <a:fillRect/>
          </a:stretch>
        </p:blipFill>
        <p:spPr>
          <a:xfrm>
            <a:off x="0" y="0"/>
            <a:ext cx="1572904" cy="743776"/>
          </a:xfrm>
          <a:prstGeom prst="rect">
            <a:avLst/>
          </a:prstGeom>
        </p:spPr>
      </p:pic>
    </p:spTree>
    <p:extLst>
      <p:ext uri="{BB962C8B-B14F-4D97-AF65-F5344CB8AC3E}">
        <p14:creationId xmlns:p14="http://schemas.microsoft.com/office/powerpoint/2010/main" val="3900260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E3BF1B-54B4-6BF6-181E-C985470EAB7B}"/>
              </a:ext>
            </a:extLst>
          </p:cNvPr>
          <p:cNvPicPr>
            <a:picLocks noChangeAspect="1"/>
          </p:cNvPicPr>
          <p:nvPr/>
        </p:nvPicPr>
        <p:blipFill>
          <a:blip r:embed="rId2"/>
          <a:stretch>
            <a:fillRect/>
          </a:stretch>
        </p:blipFill>
        <p:spPr>
          <a:xfrm>
            <a:off x="71260" y="834188"/>
            <a:ext cx="5856298" cy="5935579"/>
          </a:xfrm>
          <a:prstGeom prst="rect">
            <a:avLst/>
          </a:prstGeom>
        </p:spPr>
      </p:pic>
      <p:pic>
        <p:nvPicPr>
          <p:cNvPr id="7" name="Picture 6">
            <a:extLst>
              <a:ext uri="{FF2B5EF4-FFF2-40B4-BE49-F238E27FC236}">
                <a16:creationId xmlns:a16="http://schemas.microsoft.com/office/drawing/2014/main" id="{CB4A0CD6-58D8-0D41-FA4B-9A51BFD7E85F}"/>
              </a:ext>
            </a:extLst>
          </p:cNvPr>
          <p:cNvPicPr>
            <a:picLocks noChangeAspect="1"/>
          </p:cNvPicPr>
          <p:nvPr/>
        </p:nvPicPr>
        <p:blipFill>
          <a:blip r:embed="rId3"/>
          <a:stretch>
            <a:fillRect/>
          </a:stretch>
        </p:blipFill>
        <p:spPr>
          <a:xfrm>
            <a:off x="5959642" y="834187"/>
            <a:ext cx="6161098" cy="5935581"/>
          </a:xfrm>
          <a:prstGeom prst="rect">
            <a:avLst/>
          </a:prstGeom>
        </p:spPr>
      </p:pic>
      <p:pic>
        <p:nvPicPr>
          <p:cNvPr id="8" name="Picture 7">
            <a:extLst>
              <a:ext uri="{FF2B5EF4-FFF2-40B4-BE49-F238E27FC236}">
                <a16:creationId xmlns:a16="http://schemas.microsoft.com/office/drawing/2014/main" id="{20D24D96-2B86-7DB2-9327-4546349FBADD}"/>
              </a:ext>
            </a:extLst>
          </p:cNvPr>
          <p:cNvPicPr>
            <a:picLocks noChangeAspect="1"/>
          </p:cNvPicPr>
          <p:nvPr/>
        </p:nvPicPr>
        <p:blipFill>
          <a:blip r:embed="rId4"/>
          <a:stretch>
            <a:fillRect/>
          </a:stretch>
        </p:blipFill>
        <p:spPr>
          <a:xfrm>
            <a:off x="0" y="0"/>
            <a:ext cx="1572904" cy="743776"/>
          </a:xfrm>
          <a:prstGeom prst="rect">
            <a:avLst/>
          </a:prstGeom>
        </p:spPr>
      </p:pic>
    </p:spTree>
    <p:extLst>
      <p:ext uri="{BB962C8B-B14F-4D97-AF65-F5344CB8AC3E}">
        <p14:creationId xmlns:p14="http://schemas.microsoft.com/office/powerpoint/2010/main" val="2432379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87CCB4-2A53-5A98-288A-3EC99A2ECA54}"/>
              </a:ext>
            </a:extLst>
          </p:cNvPr>
          <p:cNvPicPr>
            <a:picLocks noChangeAspect="1"/>
          </p:cNvPicPr>
          <p:nvPr/>
        </p:nvPicPr>
        <p:blipFill>
          <a:blip r:embed="rId2"/>
          <a:stretch>
            <a:fillRect/>
          </a:stretch>
        </p:blipFill>
        <p:spPr>
          <a:xfrm>
            <a:off x="81959" y="818147"/>
            <a:ext cx="5861641" cy="5967664"/>
          </a:xfrm>
          <a:prstGeom prst="rect">
            <a:avLst/>
          </a:prstGeom>
        </p:spPr>
      </p:pic>
      <p:pic>
        <p:nvPicPr>
          <p:cNvPr id="7" name="Picture 6">
            <a:extLst>
              <a:ext uri="{FF2B5EF4-FFF2-40B4-BE49-F238E27FC236}">
                <a16:creationId xmlns:a16="http://schemas.microsoft.com/office/drawing/2014/main" id="{E80A4396-C82D-635A-194E-178F795504C7}"/>
              </a:ext>
            </a:extLst>
          </p:cNvPr>
          <p:cNvPicPr>
            <a:picLocks noChangeAspect="1"/>
          </p:cNvPicPr>
          <p:nvPr/>
        </p:nvPicPr>
        <p:blipFill>
          <a:blip r:embed="rId3"/>
          <a:stretch>
            <a:fillRect/>
          </a:stretch>
        </p:blipFill>
        <p:spPr>
          <a:xfrm>
            <a:off x="5999748" y="818147"/>
            <a:ext cx="6047874" cy="5967664"/>
          </a:xfrm>
          <a:prstGeom prst="rect">
            <a:avLst/>
          </a:prstGeom>
        </p:spPr>
      </p:pic>
      <p:pic>
        <p:nvPicPr>
          <p:cNvPr id="8" name="Picture 7">
            <a:extLst>
              <a:ext uri="{FF2B5EF4-FFF2-40B4-BE49-F238E27FC236}">
                <a16:creationId xmlns:a16="http://schemas.microsoft.com/office/drawing/2014/main" id="{18A81565-A228-12F3-FEAB-7E089CCB34C0}"/>
              </a:ext>
            </a:extLst>
          </p:cNvPr>
          <p:cNvPicPr>
            <a:picLocks noChangeAspect="1"/>
          </p:cNvPicPr>
          <p:nvPr/>
        </p:nvPicPr>
        <p:blipFill>
          <a:blip r:embed="rId4"/>
          <a:stretch>
            <a:fillRect/>
          </a:stretch>
        </p:blipFill>
        <p:spPr>
          <a:xfrm>
            <a:off x="0" y="0"/>
            <a:ext cx="1572904" cy="743776"/>
          </a:xfrm>
          <a:prstGeom prst="rect">
            <a:avLst/>
          </a:prstGeom>
        </p:spPr>
      </p:pic>
    </p:spTree>
    <p:extLst>
      <p:ext uri="{BB962C8B-B14F-4D97-AF65-F5344CB8AC3E}">
        <p14:creationId xmlns:p14="http://schemas.microsoft.com/office/powerpoint/2010/main" val="3414778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EED6BD8-4614-5647-DC3A-04D09CCF9B6A}"/>
              </a:ext>
            </a:extLst>
          </p:cNvPr>
          <p:cNvPicPr>
            <a:picLocks noChangeAspect="1"/>
          </p:cNvPicPr>
          <p:nvPr/>
        </p:nvPicPr>
        <p:blipFill>
          <a:blip r:embed="rId2"/>
          <a:stretch>
            <a:fillRect/>
          </a:stretch>
        </p:blipFill>
        <p:spPr>
          <a:xfrm>
            <a:off x="104163" y="743777"/>
            <a:ext cx="5911625" cy="5993908"/>
          </a:xfrm>
          <a:prstGeom prst="rect">
            <a:avLst/>
          </a:prstGeom>
        </p:spPr>
      </p:pic>
      <p:pic>
        <p:nvPicPr>
          <p:cNvPr id="10" name="Picture 9">
            <a:extLst>
              <a:ext uri="{FF2B5EF4-FFF2-40B4-BE49-F238E27FC236}">
                <a16:creationId xmlns:a16="http://schemas.microsoft.com/office/drawing/2014/main" id="{4E584A33-1A73-C520-112B-27E3AB8E3305}"/>
              </a:ext>
            </a:extLst>
          </p:cNvPr>
          <p:cNvPicPr>
            <a:picLocks noChangeAspect="1"/>
          </p:cNvPicPr>
          <p:nvPr/>
        </p:nvPicPr>
        <p:blipFill>
          <a:blip r:embed="rId3"/>
          <a:stretch>
            <a:fillRect/>
          </a:stretch>
        </p:blipFill>
        <p:spPr>
          <a:xfrm>
            <a:off x="6095999" y="743777"/>
            <a:ext cx="5991837" cy="5993907"/>
          </a:xfrm>
          <a:prstGeom prst="rect">
            <a:avLst/>
          </a:prstGeom>
        </p:spPr>
      </p:pic>
      <p:pic>
        <p:nvPicPr>
          <p:cNvPr id="11" name="Picture 10">
            <a:extLst>
              <a:ext uri="{FF2B5EF4-FFF2-40B4-BE49-F238E27FC236}">
                <a16:creationId xmlns:a16="http://schemas.microsoft.com/office/drawing/2014/main" id="{80EEEE1B-0D38-772E-2E4B-BBDB3FED4C46}"/>
              </a:ext>
            </a:extLst>
          </p:cNvPr>
          <p:cNvPicPr>
            <a:picLocks noChangeAspect="1"/>
          </p:cNvPicPr>
          <p:nvPr/>
        </p:nvPicPr>
        <p:blipFill>
          <a:blip r:embed="rId4"/>
          <a:stretch>
            <a:fillRect/>
          </a:stretch>
        </p:blipFill>
        <p:spPr>
          <a:xfrm>
            <a:off x="0" y="0"/>
            <a:ext cx="1572904" cy="743776"/>
          </a:xfrm>
          <a:prstGeom prst="rect">
            <a:avLst/>
          </a:prstGeom>
        </p:spPr>
      </p:pic>
    </p:spTree>
    <p:extLst>
      <p:ext uri="{BB962C8B-B14F-4D97-AF65-F5344CB8AC3E}">
        <p14:creationId xmlns:p14="http://schemas.microsoft.com/office/powerpoint/2010/main" val="2628778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487141-A4E6-2C9B-63BC-811165A2080B}"/>
              </a:ext>
            </a:extLst>
          </p:cNvPr>
          <p:cNvPicPr>
            <a:picLocks noChangeAspect="1"/>
          </p:cNvPicPr>
          <p:nvPr/>
        </p:nvPicPr>
        <p:blipFill>
          <a:blip r:embed="rId2"/>
          <a:stretch>
            <a:fillRect/>
          </a:stretch>
        </p:blipFill>
        <p:spPr>
          <a:xfrm>
            <a:off x="64168" y="802105"/>
            <a:ext cx="5935579" cy="5999748"/>
          </a:xfrm>
          <a:prstGeom prst="rect">
            <a:avLst/>
          </a:prstGeom>
        </p:spPr>
      </p:pic>
      <p:pic>
        <p:nvPicPr>
          <p:cNvPr id="7" name="Picture 6">
            <a:extLst>
              <a:ext uri="{FF2B5EF4-FFF2-40B4-BE49-F238E27FC236}">
                <a16:creationId xmlns:a16="http://schemas.microsoft.com/office/drawing/2014/main" id="{885C8877-9487-6872-1BEF-72A1EE8935DC}"/>
              </a:ext>
            </a:extLst>
          </p:cNvPr>
          <p:cNvPicPr>
            <a:picLocks noChangeAspect="1"/>
          </p:cNvPicPr>
          <p:nvPr/>
        </p:nvPicPr>
        <p:blipFill>
          <a:blip r:embed="rId3"/>
          <a:stretch>
            <a:fillRect/>
          </a:stretch>
        </p:blipFill>
        <p:spPr>
          <a:xfrm>
            <a:off x="6096000" y="802105"/>
            <a:ext cx="6031832" cy="5999748"/>
          </a:xfrm>
          <a:prstGeom prst="rect">
            <a:avLst/>
          </a:prstGeom>
        </p:spPr>
      </p:pic>
      <p:pic>
        <p:nvPicPr>
          <p:cNvPr id="8" name="Picture 7">
            <a:extLst>
              <a:ext uri="{FF2B5EF4-FFF2-40B4-BE49-F238E27FC236}">
                <a16:creationId xmlns:a16="http://schemas.microsoft.com/office/drawing/2014/main" id="{827FF724-1580-CCE2-C63C-F7E58C280FAA}"/>
              </a:ext>
            </a:extLst>
          </p:cNvPr>
          <p:cNvPicPr>
            <a:picLocks noChangeAspect="1"/>
          </p:cNvPicPr>
          <p:nvPr/>
        </p:nvPicPr>
        <p:blipFill>
          <a:blip r:embed="rId4"/>
          <a:stretch>
            <a:fillRect/>
          </a:stretch>
        </p:blipFill>
        <p:spPr>
          <a:xfrm>
            <a:off x="0" y="0"/>
            <a:ext cx="1572904" cy="743776"/>
          </a:xfrm>
          <a:prstGeom prst="rect">
            <a:avLst/>
          </a:prstGeom>
        </p:spPr>
      </p:pic>
    </p:spTree>
    <p:extLst>
      <p:ext uri="{BB962C8B-B14F-4D97-AF65-F5344CB8AC3E}">
        <p14:creationId xmlns:p14="http://schemas.microsoft.com/office/powerpoint/2010/main" val="2171766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22EE7-7764-B1FD-ED04-2E73642BC808}"/>
              </a:ext>
            </a:extLst>
          </p:cNvPr>
          <p:cNvSpPr>
            <a:spLocks noGrp="1"/>
          </p:cNvSpPr>
          <p:nvPr>
            <p:ph type="title"/>
          </p:nvPr>
        </p:nvSpPr>
        <p:spPr>
          <a:xfrm>
            <a:off x="1812758" y="136359"/>
            <a:ext cx="10515600" cy="685632"/>
          </a:xfrm>
        </p:spPr>
        <p:txBody>
          <a:bodyPr>
            <a:normAutofit fontScale="90000"/>
          </a:bodyPr>
          <a:lstStyle/>
          <a:p>
            <a:r>
              <a:rPr lang="en-IN" dirty="0"/>
              <a:t>OUTPUTS : </a:t>
            </a:r>
          </a:p>
        </p:txBody>
      </p:sp>
      <p:pic>
        <p:nvPicPr>
          <p:cNvPr id="5" name="Picture 4">
            <a:extLst>
              <a:ext uri="{FF2B5EF4-FFF2-40B4-BE49-F238E27FC236}">
                <a16:creationId xmlns:a16="http://schemas.microsoft.com/office/drawing/2014/main" id="{5C4B88B5-DB60-FA0B-77A9-03CC801E38AA}"/>
              </a:ext>
            </a:extLst>
          </p:cNvPr>
          <p:cNvPicPr>
            <a:picLocks noChangeAspect="1"/>
          </p:cNvPicPr>
          <p:nvPr/>
        </p:nvPicPr>
        <p:blipFill>
          <a:blip r:embed="rId2"/>
          <a:stretch>
            <a:fillRect/>
          </a:stretch>
        </p:blipFill>
        <p:spPr>
          <a:xfrm>
            <a:off x="148389" y="1106905"/>
            <a:ext cx="5851358" cy="5614736"/>
          </a:xfrm>
          <a:prstGeom prst="rect">
            <a:avLst/>
          </a:prstGeom>
        </p:spPr>
      </p:pic>
      <p:pic>
        <p:nvPicPr>
          <p:cNvPr id="8" name="Picture 7">
            <a:extLst>
              <a:ext uri="{FF2B5EF4-FFF2-40B4-BE49-F238E27FC236}">
                <a16:creationId xmlns:a16="http://schemas.microsoft.com/office/drawing/2014/main" id="{69AA4656-1487-E8F5-9B04-534FC20FDF04}"/>
              </a:ext>
            </a:extLst>
          </p:cNvPr>
          <p:cNvPicPr>
            <a:picLocks noChangeAspect="1"/>
          </p:cNvPicPr>
          <p:nvPr/>
        </p:nvPicPr>
        <p:blipFill>
          <a:blip r:embed="rId3"/>
          <a:stretch>
            <a:fillRect/>
          </a:stretch>
        </p:blipFill>
        <p:spPr>
          <a:xfrm>
            <a:off x="6096000" y="1106906"/>
            <a:ext cx="5947611" cy="5614736"/>
          </a:xfrm>
          <a:prstGeom prst="rect">
            <a:avLst/>
          </a:prstGeom>
        </p:spPr>
      </p:pic>
      <p:pic>
        <p:nvPicPr>
          <p:cNvPr id="11" name="Picture 10">
            <a:extLst>
              <a:ext uri="{FF2B5EF4-FFF2-40B4-BE49-F238E27FC236}">
                <a16:creationId xmlns:a16="http://schemas.microsoft.com/office/drawing/2014/main" id="{F17B3A43-8D6C-5DA5-72DB-BC26C9261A70}"/>
              </a:ext>
            </a:extLst>
          </p:cNvPr>
          <p:cNvPicPr>
            <a:picLocks noChangeAspect="1"/>
          </p:cNvPicPr>
          <p:nvPr/>
        </p:nvPicPr>
        <p:blipFill>
          <a:blip r:embed="rId4"/>
          <a:stretch>
            <a:fillRect/>
          </a:stretch>
        </p:blipFill>
        <p:spPr>
          <a:xfrm>
            <a:off x="103496" y="78215"/>
            <a:ext cx="1572904" cy="743776"/>
          </a:xfrm>
          <a:prstGeom prst="rect">
            <a:avLst/>
          </a:prstGeom>
        </p:spPr>
      </p:pic>
    </p:spTree>
    <p:extLst>
      <p:ext uri="{BB962C8B-B14F-4D97-AF65-F5344CB8AC3E}">
        <p14:creationId xmlns:p14="http://schemas.microsoft.com/office/powerpoint/2010/main" val="3682819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B1DBA1-99CF-6A0A-5B47-0395BE986DF5}"/>
              </a:ext>
            </a:extLst>
          </p:cNvPr>
          <p:cNvPicPr>
            <a:picLocks noChangeAspect="1"/>
          </p:cNvPicPr>
          <p:nvPr/>
        </p:nvPicPr>
        <p:blipFill>
          <a:blip r:embed="rId2"/>
          <a:stretch>
            <a:fillRect/>
          </a:stretch>
        </p:blipFill>
        <p:spPr>
          <a:xfrm>
            <a:off x="0" y="0"/>
            <a:ext cx="1572904" cy="743776"/>
          </a:xfrm>
          <a:prstGeom prst="rect">
            <a:avLst/>
          </a:prstGeom>
        </p:spPr>
      </p:pic>
      <p:pic>
        <p:nvPicPr>
          <p:cNvPr id="5" name="Picture 4">
            <a:extLst>
              <a:ext uri="{FF2B5EF4-FFF2-40B4-BE49-F238E27FC236}">
                <a16:creationId xmlns:a16="http://schemas.microsoft.com/office/drawing/2014/main" id="{31595009-B63F-DD00-30F9-F8531F3D16DC}"/>
              </a:ext>
            </a:extLst>
          </p:cNvPr>
          <p:cNvPicPr>
            <a:picLocks noChangeAspect="1"/>
          </p:cNvPicPr>
          <p:nvPr/>
        </p:nvPicPr>
        <p:blipFill>
          <a:blip r:embed="rId3"/>
          <a:stretch>
            <a:fillRect/>
          </a:stretch>
        </p:blipFill>
        <p:spPr>
          <a:xfrm>
            <a:off x="160421" y="830179"/>
            <a:ext cx="5839326" cy="5999747"/>
          </a:xfrm>
          <a:prstGeom prst="rect">
            <a:avLst/>
          </a:prstGeom>
        </p:spPr>
      </p:pic>
      <p:pic>
        <p:nvPicPr>
          <p:cNvPr id="7" name="Picture 6">
            <a:extLst>
              <a:ext uri="{FF2B5EF4-FFF2-40B4-BE49-F238E27FC236}">
                <a16:creationId xmlns:a16="http://schemas.microsoft.com/office/drawing/2014/main" id="{F6598DFC-832B-3F5A-F2EA-7DF0E63BB62E}"/>
              </a:ext>
            </a:extLst>
          </p:cNvPr>
          <p:cNvPicPr>
            <a:picLocks noChangeAspect="1"/>
          </p:cNvPicPr>
          <p:nvPr/>
        </p:nvPicPr>
        <p:blipFill>
          <a:blip r:embed="rId4"/>
          <a:stretch>
            <a:fillRect/>
          </a:stretch>
        </p:blipFill>
        <p:spPr>
          <a:xfrm>
            <a:off x="6095999" y="830179"/>
            <a:ext cx="5935579" cy="5999747"/>
          </a:xfrm>
          <a:prstGeom prst="rect">
            <a:avLst/>
          </a:prstGeom>
        </p:spPr>
      </p:pic>
    </p:spTree>
    <p:extLst>
      <p:ext uri="{BB962C8B-B14F-4D97-AF65-F5344CB8AC3E}">
        <p14:creationId xmlns:p14="http://schemas.microsoft.com/office/powerpoint/2010/main" val="1088099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E05094-FB06-E57F-0948-DDE9B18C7AA5}"/>
              </a:ext>
            </a:extLst>
          </p:cNvPr>
          <p:cNvPicPr>
            <a:picLocks noChangeAspect="1"/>
          </p:cNvPicPr>
          <p:nvPr/>
        </p:nvPicPr>
        <p:blipFill>
          <a:blip r:embed="rId2"/>
          <a:stretch>
            <a:fillRect/>
          </a:stretch>
        </p:blipFill>
        <p:spPr>
          <a:xfrm>
            <a:off x="0" y="0"/>
            <a:ext cx="1572904" cy="743776"/>
          </a:xfrm>
          <a:prstGeom prst="rect">
            <a:avLst/>
          </a:prstGeom>
        </p:spPr>
      </p:pic>
      <p:pic>
        <p:nvPicPr>
          <p:cNvPr id="6" name="Picture 5">
            <a:extLst>
              <a:ext uri="{FF2B5EF4-FFF2-40B4-BE49-F238E27FC236}">
                <a16:creationId xmlns:a16="http://schemas.microsoft.com/office/drawing/2014/main" id="{D30C1541-BF3E-47A1-3FFB-F933D0D08381}"/>
              </a:ext>
            </a:extLst>
          </p:cNvPr>
          <p:cNvPicPr>
            <a:picLocks noChangeAspect="1"/>
          </p:cNvPicPr>
          <p:nvPr/>
        </p:nvPicPr>
        <p:blipFill>
          <a:blip r:embed="rId3"/>
          <a:stretch>
            <a:fillRect/>
          </a:stretch>
        </p:blipFill>
        <p:spPr>
          <a:xfrm>
            <a:off x="112295" y="850232"/>
            <a:ext cx="5871410" cy="5927557"/>
          </a:xfrm>
          <a:prstGeom prst="rect">
            <a:avLst/>
          </a:prstGeom>
        </p:spPr>
      </p:pic>
      <p:pic>
        <p:nvPicPr>
          <p:cNvPr id="8" name="Picture 7">
            <a:extLst>
              <a:ext uri="{FF2B5EF4-FFF2-40B4-BE49-F238E27FC236}">
                <a16:creationId xmlns:a16="http://schemas.microsoft.com/office/drawing/2014/main" id="{A6EF58AA-F27C-F7C2-E29A-8A625298A513}"/>
              </a:ext>
            </a:extLst>
          </p:cNvPr>
          <p:cNvPicPr>
            <a:picLocks noChangeAspect="1"/>
          </p:cNvPicPr>
          <p:nvPr/>
        </p:nvPicPr>
        <p:blipFill>
          <a:blip r:embed="rId4"/>
          <a:stretch>
            <a:fillRect/>
          </a:stretch>
        </p:blipFill>
        <p:spPr>
          <a:xfrm>
            <a:off x="6095999" y="850232"/>
            <a:ext cx="5983705" cy="5927557"/>
          </a:xfrm>
          <a:prstGeom prst="rect">
            <a:avLst/>
          </a:prstGeom>
        </p:spPr>
      </p:pic>
    </p:spTree>
    <p:extLst>
      <p:ext uri="{BB962C8B-B14F-4D97-AF65-F5344CB8AC3E}">
        <p14:creationId xmlns:p14="http://schemas.microsoft.com/office/powerpoint/2010/main" val="214867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3247</TotalTime>
  <Words>395</Words>
  <Application>Microsoft Office PowerPoint</Application>
  <PresentationFormat>Widescreen</PresentationFormat>
  <Paragraphs>55</Paragraphs>
  <Slides>14</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Arial</vt:lpstr>
      <vt:lpstr>Calibri</vt:lpstr>
      <vt:lpstr>Calibri Light</vt:lpstr>
      <vt:lpstr>Wingdings</vt:lpstr>
      <vt:lpstr>Office Theme</vt:lpstr>
      <vt:lpstr>Custom Design</vt:lpstr>
      <vt:lpstr>MUSIC PLAYLIST</vt:lpstr>
      <vt:lpstr>OBJECTIVE</vt:lpstr>
      <vt:lpstr>PROJECT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OUTPUTS :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Vedasri Pinnamaneni</cp:lastModifiedBy>
  <cp:revision>54</cp:revision>
  <dcterms:created xsi:type="dcterms:W3CDTF">2022-05-20T10:20:31Z</dcterms:created>
  <dcterms:modified xsi:type="dcterms:W3CDTF">2026-03-27T16:31:44Z</dcterms:modified>
</cp:coreProperties>
</file>